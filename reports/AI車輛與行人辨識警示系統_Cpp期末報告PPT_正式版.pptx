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4bd69cb87540ad" /><Relationship Type="http://schemas.openxmlformats.org/officeDocument/2006/relationships/extended-properties" Target="/docProps/app.xml" Id="R8b1c7464dd6e4eb1" /><Relationship Type="http://schemas.openxmlformats.org/officeDocument/2006/relationships/officeDocument" Target="/ppt/presentation.xml" Id="R02c4dc9a12344d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c077adf7b64b55"/>
  </p:sldMasterIdLst>
  <p:notesMasterIdLst>
    <p:notesMasterId xmlns:r="http://schemas.openxmlformats.org/officeDocument/2006/relationships" r:id="R2a0e39d632754de5"/>
  </p:notesMasterIdLst>
  <p:sldIdLst>
    <p:sldId xmlns:r="http://schemas.openxmlformats.org/officeDocument/2006/relationships" id="256" r:id="R76cc0983d1fc48f8"/>
    <p:sldId xmlns:r="http://schemas.openxmlformats.org/officeDocument/2006/relationships" id="257" r:id="R369863589f664cf7"/>
    <p:sldId xmlns:r="http://schemas.openxmlformats.org/officeDocument/2006/relationships" id="258" r:id="Rf8625e99afc043eb"/>
    <p:sldId xmlns:r="http://schemas.openxmlformats.org/officeDocument/2006/relationships" id="259" r:id="Rd991f780f01b4c65"/>
    <p:sldId xmlns:r="http://schemas.openxmlformats.org/officeDocument/2006/relationships" id="260" r:id="R049459b746f34b7e"/>
    <p:sldId xmlns:r="http://schemas.openxmlformats.org/officeDocument/2006/relationships" id="261" r:id="Re4f12710602b4351"/>
    <p:sldId xmlns:r="http://schemas.openxmlformats.org/officeDocument/2006/relationships" id="262" r:id="R7e8825aa2a47455e"/>
    <p:sldId xmlns:r="http://schemas.openxmlformats.org/officeDocument/2006/relationships" id="263" r:id="R1462ec2f2d494157"/>
    <p:sldId xmlns:r="http://schemas.openxmlformats.org/officeDocument/2006/relationships" id="264" r:id="R7938a166e6ae480f"/>
    <p:sldId xmlns:r="http://schemas.openxmlformats.org/officeDocument/2006/relationships" id="265" r:id="R11f20294ac9f45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187925e387426d" /><Relationship Type="http://schemas.openxmlformats.org/officeDocument/2006/relationships/slideMaster" Target="/ppt/slideMasters/slideMaster1.xml" Id="R7ac077adf7b64b55" /><Relationship Type="http://schemas.openxmlformats.org/officeDocument/2006/relationships/notesMaster" Target="/ppt/notesMasters/notesMaster1.xml" Id="R2a0e39d632754de5" /><Relationship Type="http://schemas.openxmlformats.org/officeDocument/2006/relationships/presProps" Target="/ppt/presProps.xml" Id="Rdc281ec43025435d" /><Relationship Type="http://schemas.openxmlformats.org/officeDocument/2006/relationships/viewProps" Target="/ppt/viewProps.xml" Id="R92215080f9214eba" /><Relationship Type="http://schemas.openxmlformats.org/officeDocument/2006/relationships/tableStyles" Target="/ppt/tableStyles.xml" Id="Rc148132ade364996" /><Relationship Type="http://schemas.openxmlformats.org/officeDocument/2006/relationships/slide" Target="/ppt/slides/slide1.xml" Id="R76cc0983d1fc48f8" /><Relationship Type="http://schemas.openxmlformats.org/officeDocument/2006/relationships/slide" Target="/ppt/slides/slide2.xml" Id="R369863589f664cf7" /><Relationship Type="http://schemas.openxmlformats.org/officeDocument/2006/relationships/slide" Target="/ppt/slides/slide3.xml" Id="Rf8625e99afc043eb" /><Relationship Type="http://schemas.openxmlformats.org/officeDocument/2006/relationships/slide" Target="/ppt/slides/slide4.xml" Id="Rd991f780f01b4c65" /><Relationship Type="http://schemas.openxmlformats.org/officeDocument/2006/relationships/slide" Target="/ppt/slides/slide5.xml" Id="R049459b746f34b7e" /><Relationship Type="http://schemas.openxmlformats.org/officeDocument/2006/relationships/slide" Target="/ppt/slides/slide6.xml" Id="Re4f12710602b4351" /><Relationship Type="http://schemas.openxmlformats.org/officeDocument/2006/relationships/slide" Target="/ppt/slides/slide7.xml" Id="R7e8825aa2a47455e" /><Relationship Type="http://schemas.openxmlformats.org/officeDocument/2006/relationships/slide" Target="/ppt/slides/slide8.xml" Id="R1462ec2f2d494157" /><Relationship Type="http://schemas.openxmlformats.org/officeDocument/2006/relationships/slide" Target="/ppt/slides/slide9.xml" Id="R7938a166e6ae480f" /><Relationship Type="http://schemas.openxmlformats.org/officeDocument/2006/relationships/slide" Target="/ppt/slides/slide10.xml" Id="R11f20294ac9f45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cfced182174c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be0f2c511e4a2c" /><Relationship Type="http://schemas.openxmlformats.org/officeDocument/2006/relationships/notesMaster" Target="/ppt/notesMasters/notesMaster1.xml" Id="Rd4e805a1bb3d4f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f7ee16363c408a" /><Relationship Type="http://schemas.openxmlformats.org/officeDocument/2006/relationships/notesMaster" Target="/ppt/notesMasters/notesMaster1.xml" Id="R12675d107b4f42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2bee5c6d644fb0" /><Relationship Type="http://schemas.openxmlformats.org/officeDocument/2006/relationships/notesMaster" Target="/ppt/notesMasters/notesMaster1.xml" Id="Rdb7a93e2309448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d016d2263b4d99" /><Relationship Type="http://schemas.openxmlformats.org/officeDocument/2006/relationships/notesMaster" Target="/ppt/notesMasters/notesMaster1.xml" Id="Rac4e46421c8942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e9ee150bdc4b01" /><Relationship Type="http://schemas.openxmlformats.org/officeDocument/2006/relationships/notesMaster" Target="/ppt/notesMasters/notesMaster1.xml" Id="R9fe65bdf90f64d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a6a60d148f4042" /><Relationship Type="http://schemas.openxmlformats.org/officeDocument/2006/relationships/notesMaster" Target="/ppt/notesMasters/notesMaster1.xml" Id="R3ebfb5c548f348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ba7c52a8b3417e" /><Relationship Type="http://schemas.openxmlformats.org/officeDocument/2006/relationships/notesMaster" Target="/ppt/notesMasters/notesMaster1.xml" Id="R5fb10cdc223d42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836f3fd2cf4e6a" /><Relationship Type="http://schemas.openxmlformats.org/officeDocument/2006/relationships/notesMaster" Target="/ppt/notesMasters/notesMaster1.xml" Id="Rbf1345ea506740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f3ce2f1a524030" /><Relationship Type="http://schemas.openxmlformats.org/officeDocument/2006/relationships/notesMaster" Target="/ppt/notesMasters/notesMaster1.xml" Id="R3dad5f325b4247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fa92f8ce134f60" /><Relationship Type="http://schemas.openxmlformats.org/officeDocument/2006/relationships/notesMaster" Target="/ppt/notesMasters/notesMaster1.xml" Id="R2d4e1e419f054c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054afe0024d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6a8129169e42f3" /><Relationship Type="http://schemas.openxmlformats.org/officeDocument/2006/relationships/slideLayout" Target="/ppt/slideLayouts/slideLayout1.xml" Id="Ra183e471676b42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83e471676b42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8a80012fb4bef" /><Relationship Type="http://schemas.openxmlformats.org/officeDocument/2006/relationships/notesSlide" Target="/ppt/notesSlides/notesSlide1.xml" Id="Re8a91de3c6674c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253a2515342a9" /><Relationship Type="http://schemas.openxmlformats.org/officeDocument/2006/relationships/notesSlide" Target="/ppt/notesSlides/notesSlide2.xml" Id="R2c7e8d03ca814c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333ee69564f56" /><Relationship Type="http://schemas.openxmlformats.org/officeDocument/2006/relationships/notesSlide" Target="/ppt/notesSlides/notesSlide3.xml" Id="R0a99776a0f564a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58888ac2541ba" /><Relationship Type="http://schemas.openxmlformats.org/officeDocument/2006/relationships/notesSlide" Target="/ppt/notesSlides/notesSlide4.xml" Id="R061a60a3c34d4b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9cc3325b4407a" /><Relationship Type="http://schemas.openxmlformats.org/officeDocument/2006/relationships/notesSlide" Target="/ppt/notesSlides/notesSlide5.xml" Id="R80088fdd857c43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a29371aa84a90" /><Relationship Type="http://schemas.openxmlformats.org/officeDocument/2006/relationships/notesSlide" Target="/ppt/notesSlides/notesSlide6.xml" Id="Re9b06f34369440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efee411e44c62" /><Relationship Type="http://schemas.openxmlformats.org/officeDocument/2006/relationships/notesSlide" Target="/ppt/notesSlides/notesSlide7.xml" Id="R3a287890a7e841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f9447ba5f426e" /><Relationship Type="http://schemas.openxmlformats.org/officeDocument/2006/relationships/notesSlide" Target="/ppt/notesSlides/notesSlide8.xml" Id="R4114e96b0a0247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fb47bb9124c23" /><Relationship Type="http://schemas.openxmlformats.org/officeDocument/2006/relationships/notesSlide" Target="/ppt/notesSlides/notesSlide9.xml" Id="Rc1f53ec970db49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acef6ae544662" /><Relationship Type="http://schemas.openxmlformats.org/officeDocument/2006/relationships/notesSlide" Target="/ppt/notesSlides/notesSlide10.xml" Id="R8118b3fd628e43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45D4E1-AC28-4F1E-A506-39918BAE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E1427-556D-4146-B34A-F5314D66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436"/>
          </a:solidFill>
          <a:ln xmlns:a="http://schemas.openxmlformats.org/drawingml/2006/main" w="0">
            <a:solidFill>
              <a:srgbClr val="0F24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75A48-4760-4A76-85A0-B000F00C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C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9CC7FF"/>
                </a:solidFill>
                <a:latin typeface="Microsoft JhengHei"/>
                <a:ea typeface="Microsoft JhengHei"/>
                <a:cs typeface="Microsoft JhengHei"/>
              </a:rPr>
              <a:t>程式設計期末報告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A38E3-E67D-47B5-B115-144D5DF0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6381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車輛與行人辨識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警示系統 C++ 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4F060-DC2A-4D03-8A33-2BD623AE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657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B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DCEBFF"/>
                </a:solidFill>
                <a:latin typeface="Microsoft JhengHei"/>
                <a:ea typeface="Microsoft JhengHei"/>
                <a:cs typeface="Microsoft JhengHei"/>
              </a:rPr>
              <a:t>用 C++ 讀取人車位置資料，計算距離、速度、接近方向與危險等級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D4141-B41A-4BC8-8A88-6CEBA1BD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8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9D8EA"/>
                </a:solidFill>
                <a:latin typeface="Microsoft JhengHei"/>
                <a:ea typeface="Microsoft JhengHei"/>
                <a:cs typeface="Microsoft JhengHei"/>
              </a:rPr>
              <a:t>報告人：洪瑋廷、陳芯妤、鄔婷萱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F0FD7-D467-4597-A291-26AA63E0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4095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EEF4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6B082-83ED-46CC-B811-5FCEDCC7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1345"/>
            <a:ext cx="3295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887"/>
          </a:solidFill>
          <a:ln xmlns:a="http://schemas.openxmlformats.org/drawingml/2006/main" w="0">
            <a:solidFill>
              <a:srgbClr val="68788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05E60-9C7B-4026-8389-FA00608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6608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9AF36-0668-4CE7-8214-584B5495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6608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C7248-25B8-440C-9588-B8CA3500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6608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00545-5FF5-4A7F-BF8A-33C7108E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36608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07161-CED9-4E73-9CDE-7FD80446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36608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1DD1E-7A4A-4FBB-BC7A-25C6BEFB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43138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D634C-EB64-4F0B-A80E-7D6A2461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3138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861D6-0800-476E-85C6-1BC6CF49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43138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65400-7DA4-4C24-83F6-60E0918D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243138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DF1BB-2727-4302-B409-8F5BD41D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243138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838C7-6358-4926-9438-5948B3F4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43138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B2A158-9C59-410B-A9DF-966D8ED1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43138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3EED2-D8B4-4490-B7DA-879D584C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4610"/>
            <a:ext cx="1200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572CE2-5AB3-43F9-9F8D-8670A969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21243"/>
            <a:ext cx="704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EE5"/>
          </a:solidFill>
          <a:ln xmlns:a="http://schemas.openxmlformats.org/drawingml/2006/main" w="0">
            <a:solidFill>
              <a:srgbClr val="78A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CAC30-0A2E-48C1-8916-89C410DD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0703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0"/>
          </a:solidFill>
          <a:ln xmlns:a="http://schemas.openxmlformats.org/drawingml/2006/main" w="0">
            <a:solidFill>
              <a:srgbClr val="1B26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E68EC8-D4B8-4C09-8383-E61528F3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0703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0"/>
          </a:solidFill>
          <a:ln xmlns:a="http://schemas.openxmlformats.org/drawingml/2006/main" w="0">
            <a:solidFill>
              <a:srgbClr val="1B26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F2290-ACEF-40BE-96E2-F8B0A9C9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165033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557781-84C5-4F7D-89BE-735BDEDA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477453"/>
            <a:ext cx="9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375413-B110-4497-8197-32740E2A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750820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04079A-C115-41D4-849B-2A2C9778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06324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561E18-3CF5-4A8A-AC5C-D6659035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06324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A300B9-6170-44C1-BD3D-A038DCCE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813560"/>
            <a:ext cx="95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>
              <a:alpha val="60000"/>
            </a:srgbClr>
          </a:solidFill>
          <a:ln xmlns:a="http://schemas.openxmlformats.org/drawingml/2006/main" w="19050">
            <a:solidFill>
              <a:srgbClr val="F2A54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F9C32D-4789-4D81-A13B-AD4E66B2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383983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提前提醒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336FFD-764D-4467-9447-17B6EEF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57800"/>
            <a:ext cx="3733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EB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CEBFF"/>
                </a:solidFill>
                <a:latin typeface="Microsoft JhengHei"/>
                <a:ea typeface="Microsoft JhengHei"/>
                <a:cs typeface="Microsoft JhengHei"/>
              </a:rPr>
              <a:t>本次期末重點：C++ 風險判斷流程</a:t>
            </a:r>
          </a:p>
        </p:txBody>
      </p:sp>
    </p:spTree>
    <p:extLst>
      <p:ext uri="{BB962C8B-B14F-4D97-AF65-F5344CB8AC3E}">
        <p14:creationId xmlns:p14="http://schemas.microsoft.com/office/powerpoint/2010/main" val="11349709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D71B99-C992-422A-8F48-439278B7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B0023F-D99C-49D5-A542-2AB9835C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B97E7C-B347-46F4-BD72-FB66333F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程式設計期末報告</a:t>
            </a:r>
          </a:p>
        </p:txBody>
      </p:sp>
      <p:sp>
        <p:nvSpPr>
          <p:cNvPr id="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6EF93CC3-2766-441B-9279-AF3163BF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FB576-76FB-46FF-9198-84F2BB27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AI 車輛與行人辨識警示系統 C++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B2A20-A24B-412D-ACAC-B05B97A3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F6F7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7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45DE1-8A4B-4D9D-AAB0-EF924ECC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38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真正要解決的是：車靠近人時，能不能更早提醒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43F45-E1D3-4E59-9F7B-3BD3A787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我們把道路畫面中的人車位置轉成程式可計算的資料，再讓 C++ 判斷風險。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99542-E820-48CC-A2BE-590D00A3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2880B-949C-4007-89FF-95E56FA3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6D7A9-E804-4D1E-AA67-8F6B717A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D2303-2536-4578-9A3D-914F46FA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路口與斑馬線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E8C2B-3BF1-4B14-A32D-FAD49798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23050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行人和車輛在短時間內互相接近，反應時間很短。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8467C-075E-4CF0-B479-7E886FD4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6695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95144-F8CE-4A4B-B5AD-636A6B3C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66950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solidFill>
              <a:srgbClr val="1B8A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D4324-04C9-4CD8-9EC5-358E63C4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19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4BB98-07AA-4843-A7B4-9FEC81C7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003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校園道路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50374-44E7-4423-A4F4-FD2470A2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43200"/>
            <a:ext cx="23050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車速不一定很快，但行人多、視線容易被遮住。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DC6F6-3997-4C77-A1D7-788C201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143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C88D32-A7E0-4B1C-9623-26608C4D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FDAFA-7062-463B-9595-C48C2A8C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9F849C-BBA4-4980-9A3B-F804042B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03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停車場入口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5B90B-9ACE-42FA-A30E-909142C9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23050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車輛移動方向變化多，行人常常從旁邊出現。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E13EA2-E54A-40A5-B340-EB7E6698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6D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907C9-4ED7-4DAC-B860-F5F26792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95825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我們的程式不是要做完整自駕，而是先完成「人車接近風險判斷」這個核心。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CFB215-8014-4740-B9A3-608AA8BC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05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8E0E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E0E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366E2-5430-47FC-8445-EDA0B561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051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8E0E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E0E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8684923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5645CE-30FE-4BB3-8D52-964642B0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87D15DB-248E-4089-9E25-D110287D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B6E07FE-D847-4535-9969-ACADFAF6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程式設計期末報告</a:t>
            </a:r>
          </a:p>
        </p:txBody>
      </p:sp>
      <p:sp>
        <p:nvSpPr>
          <p:cNvPr id="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EC385B37-8BAB-4F62-A5A7-EBA8DF9B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9ED9C-EE84-42EB-AB57-F2337841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AI 車輛與行人辨識警示系統 C++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62D68-96F2-4485-B94F-447FF150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F6F7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7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9EBE0-473D-48E2-A891-084A59C7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38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本次期末完成的是 C++ 風險判斷，不只是辨識概念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05A73-40CD-456A-90CA-100CDBA5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相較於前一次進度，這次重點放在程式能不能真的讀資料、計算、判斷並輸出等級。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FCCFF-2DB8-458F-B9A1-4E86327B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F6D89-AC3A-464A-809B-79D645CC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F05D6-D8B8-44D4-9B55-25B4A575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9850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9525">
            <a:solidFill>
              <a:srgbClr val="2F6F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F6138-7E3E-47A1-8A36-5EA5CAF9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1937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4F5C5-DBB2-4DEE-99B2-7B9BEE97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輸入資料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401C7-B50B-4F0F-BE90-E21F2555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2019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CSV 或 demo 提供行人與車輛的框：x、y、w、h。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AA766-52BB-4B14-83F5-D1B26294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28B8B-45F0-4E31-B554-38BEC867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solidFill>
              <a:srgbClr val="1B8A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3EBD2-8076-48A9-8818-F8738E1C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09850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9525">
            <a:solidFill>
              <a:srgbClr val="1B8A8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16D70-E1D2-4007-8505-DEA9262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1937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67035-CC85-4710-AECC-FEE2C842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242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C++ 計算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5ECFE-000C-4F98-B935-7EDCE5D7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38550"/>
            <a:ext cx="2019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計算中心點、距離、速度、接近方向與危險區域。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BFBDA-E990-413D-A3BA-8E3247DA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A36568-E3A0-4A50-95CF-1B32C464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763AE4-6E21-44D0-952F-CC647485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9850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A0632-1299-4886-A96E-D2EAD728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1937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275034-A397-4A36-9FB0-53B7C676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242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警示輸出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424FAD-19AC-4D24-A450-3927ADDD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2019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把分數轉成 SAFE、WATCH、DANGER、CRITICAL。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D63746-E7DD-44FB-9954-25E4E930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514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C5C20E-E946-493B-B252-00CC5331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514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94494B-092F-4F4A-A40B-5BD62339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91100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4D39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1671A1-FF5A-4222-BD5B-948DF6D6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95875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15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15A00"/>
                </a:solidFill>
                <a:latin typeface="Microsoft JhengHei"/>
                <a:ea typeface="Microsoft JhengHei"/>
                <a:cs typeface="Microsoft JhengHei"/>
              </a:rPr>
              <a:t>報告時一句話：我們用 C++ 把「看到的位置」轉成「危險程度」。</a:t>
            </a:r>
          </a:p>
        </p:txBody>
      </p:sp>
    </p:spTree>
    <p:extLst>
      <p:ext uri="{BB962C8B-B14F-4D97-AF65-F5344CB8AC3E}">
        <p14:creationId xmlns:p14="http://schemas.microsoft.com/office/powerpoint/2010/main" val="15948003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98B578-8540-4299-B93B-02B00C90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41DC2C3-A7BF-402B-9284-41168786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0F24C9B-AC5C-4BCB-956D-E9FA3258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程式設計期末報告</a:t>
            </a:r>
          </a:p>
        </p:txBody>
      </p:sp>
      <p:sp>
        <p:nvSpPr>
          <p:cNvPr id="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116A747E-5FC0-4F79-98CF-AAB3B677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61CA0-855C-4583-A462-E594B869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AI 車輛與行人辨識警示系統 C++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A055B-6F99-405E-930C-D029F89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F6F7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7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AFDA4-6AA2-4EA3-96F4-763530A7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38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整體流程：CSV 資料進來，C++ 一步一步算出警示等級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44466-428C-40ED-897E-D1C0705F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這頁是整個作品的主流程，後面幾頁會拆解每一步怎麼算。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8E167-B24F-46DC-925A-96F30AC9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A6F0B-0F0A-4C7C-BA3A-C4339025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FC798-58CC-4AC9-89A7-4253EF12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CSV 範例資料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41FAA-78BB-4F36-802C-8552E50B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504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frame、type、id、x、y、w、h、confidence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90315-2339-42E9-B1D2-368A04CF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43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F4C9F-5B50-4D9E-995F-376D70B2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BD299-ABF5-4A44-8ECE-1149B930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solidFill>
              <a:srgbClr val="1B8A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3DA49-18CF-4A9C-A8BF-054F3AEA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956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Detection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0246A8-913E-4D04-B596-CEDC2D1C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52800"/>
            <a:ext cx="1504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把每一列資料變成一筆偵測結果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5F749-C663-4343-9400-53E40C64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43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94872-4881-4BDB-819D-795C39CA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289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1931E-EFB2-44BC-AC85-78BB16EB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289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09F96-9C36-4144-9133-3E3A968B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956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核心計算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E199F-C702-44B8-A18A-32F51CE6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504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中心點、距離、速度、方向、危險區域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9D20F3-7DD4-454F-9021-DED6E61B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97EF27-58FE-4094-B072-C3DACD31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F8756B-F89F-43A4-B0DA-A5B00546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64DB92-27A2-410A-AFCE-57CE489B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956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風險分數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8948F5-C825-4F52-89D2-3FBBCE13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52800"/>
            <a:ext cx="1504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依條件加分，最高限制 100 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13B5C-7B62-4D6B-80C7-2CF43D99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6315CD-A91D-4CCE-9E76-27AF3EDC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289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E03942-4ECB-4248-BDB1-4CEBE680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289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B2A546-DA70-46B7-90C5-EACFF288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956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警示等級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A4B19B-FB7A-44DE-85F6-036F4DB3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52800"/>
            <a:ext cx="1504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SAFE / WATCH / DANGER / CRITICAL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178E6-21CB-4429-8EC1-DF04B3D4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6"/>
          </a:solidFill>
          <a:ln xmlns:a="http://schemas.openxmlformats.org/drawingml/2006/main" w="9525">
            <a:solidFill>
              <a:srgbClr val="B7E2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A35D18-1491-4B66-95C0-CBAF2C5D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7205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展示時 CSV 已經代表「辨識後的位置資料」，所以 PPT 聚焦在 C++ 如何做判斷。</a:t>
            </a:r>
          </a:p>
        </p:txBody>
      </p:sp>
    </p:spTree>
    <p:extLst>
      <p:ext uri="{BB962C8B-B14F-4D97-AF65-F5344CB8AC3E}">
        <p14:creationId xmlns:p14="http://schemas.microsoft.com/office/powerpoint/2010/main" val="1549308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444A6F-4784-460D-B778-2D2BAED1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40CE5B-B546-4794-83BD-DD7B0D5C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9192988-08B0-4512-9387-B14C467F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程式設計期末報告</a:t>
            </a:r>
          </a:p>
        </p:txBody>
      </p:sp>
      <p:sp>
        <p:nvSpPr>
          <p:cNvPr id="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5BE84735-7B2B-4E5F-983F-575C2E6A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E4343-3D92-420D-A869-13B3C6C2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AI 車輛與行人辨識警示系統 C++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29E63-D8E9-4717-A8FA-ACF1BCAA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F6F7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7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8C612-1677-4372-AD10-1E26FCA3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38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資料格式：每一列 CSV 代表某一個 frame 的一個物件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23D83-8EFE-486D-A368-EB45766F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這讓程式能把行人與車輛的位置用同一種格式處理。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EBB2D-78EF-4FE6-BE2F-0EBDBA3D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334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2E"/>
          </a:solidFill>
          <a:ln xmlns:a="http://schemas.openxmlformats.org/drawingml/2006/main" w="9525">
            <a:solidFill>
              <a:srgbClr val="1421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0AA29-B128-4512-AC7D-FBF7403F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50673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CEBFF"/>
                </a:solidFill>
                <a:latin typeface="Consolas"/>
                <a:ea typeface="Consolas"/>
                <a:cs typeface="Consolas"/>
              </a:rPr>
              <a:t>frame,type,id,x,y,w,h,confidence</a:t>
            </a:r>
          </a:p>
          <a:p xmlns:a="http://schemas.openxmlformats.org/drawingml/2006/main">
            <a:pPr algn="l">
              <a:defRPr sz="1350" b="0">
                <a:solidFill>
                  <a:srgbClr val="DCEB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CEBFF"/>
                </a:solidFill>
                <a:latin typeface="Consolas"/>
                <a:ea typeface="Consolas"/>
                <a:cs typeface="Consolas"/>
              </a:rPr>
              <a:t>0,person,p1,290,180,50,120,0.94</a:t>
            </a:r>
          </a:p>
          <a:p xmlns:a="http://schemas.openxmlformats.org/drawingml/2006/main">
            <a:pPr algn="l">
              <a:defRPr sz="1350" b="0">
                <a:solidFill>
                  <a:srgbClr val="DCEB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CEBFF"/>
                </a:solidFill>
                <a:latin typeface="Consolas"/>
                <a:ea typeface="Consolas"/>
                <a:cs typeface="Consolas"/>
              </a:rPr>
              <a:t>0,vehicle,c1,40,190,120,70,0.90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E5074-9857-4199-BF1E-3F6316E7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479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94193-36F2-4D67-A079-2A5D852A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B019A-F882-4FC7-8A4E-C0098DAA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955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A6756-61C6-49DD-ACEB-2D76761D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955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第幾張畫面或時間點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85E92-3426-4042-B48E-ADD5D72A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67620-A4E4-4961-AD5F-BAC4A8EC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DA2AB-9293-4AF3-9FC7-E5047D79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479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27D41-A51C-4007-B67C-A01C765B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479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person 或 vehicle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C6681-0A36-4772-B751-3FF4228B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8E095-9361-4B5B-9340-8339B476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C1DF2-9C3D-4D15-8D22-79776DCB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04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AC1A9-6F3B-45E5-A33C-B9B4909C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004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同一個人或同一台車的編號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B3766-7CAD-4E5D-A596-2496F0BB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052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95245D-6B55-48B9-B556-2CEE4646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1D2799-4EFB-46C1-A73A-7ED8A96D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28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x, 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9A46FC-144F-4BF9-B779-477CB275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528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偵測框左上角座標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C27021-01CD-4ED3-847C-2E52BB7C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69982F-1E5E-4EF3-9F67-7806A868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577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8951A3-B0F7-4109-A823-6540C035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053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w, 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FFD4B5-74CC-455A-898D-2F0F15C8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053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偵測框寬度與高度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5E7957-CEF8-4DBE-A3E5-467E92AD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101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2C1958-2D78-4438-B7DA-9654CEAA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101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8C9A11-8F7E-445B-9FCB-1CB2B53A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577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confidence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D7A708-1A85-45CD-BD9E-A38F8223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5777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偵測可信度，0 到 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F54849-B351-46C5-BA7E-6FCB3613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3D18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8A81A0-F305-48D5-A7A7-18BD80EF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15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15A00"/>
                </a:solidFill>
                <a:latin typeface="Microsoft JhengHei"/>
                <a:ea typeface="Microsoft JhengHei"/>
                <a:cs typeface="Microsoft JhengHei"/>
              </a:rPr>
              <a:t>白話講法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FE8C8D-4484-4E47-8AA9-8F94E445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485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15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815A00"/>
                </a:solidFill>
                <a:latin typeface="Microsoft JhengHei"/>
                <a:ea typeface="Microsoft JhengHei"/>
                <a:cs typeface="Microsoft JhengHei"/>
              </a:rPr>
              <a:t>CSV 不是最後結果，而是程式的輸入。C++ 會把這些座標轉成 Detection，再開始算距離、速度和危險程度。</a:t>
            </a:r>
          </a:p>
        </p:txBody>
      </p:sp>
    </p:spTree>
    <p:extLst>
      <p:ext uri="{BB962C8B-B14F-4D97-AF65-F5344CB8AC3E}">
        <p14:creationId xmlns:p14="http://schemas.microsoft.com/office/powerpoint/2010/main" val="1675734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ACC30B-75E7-4004-8589-75A4E3A8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0DF87A-255F-4B56-A89C-51D692D3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C80CA77-7CFC-4873-A3B7-D3E90C59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程式設計期末報告</a:t>
            </a:r>
          </a:p>
        </p:txBody>
      </p:sp>
      <p:sp>
        <p:nvSpPr>
          <p:cNvPr id="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6175D6EB-8AC9-45DD-99D9-9C222D06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29527-3D93-4FB0-8FF9-4FBCD6AE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AI 車輛與行人辨識警示系統 C++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7083B-1FCD-4155-BB6A-F1002826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F6F7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7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95885-9090-418F-8E73-AD4D1AFE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38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距離計算：先找中心點，再用兩點距離公式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81811-0A09-4A2F-A342-BDA64590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程式不是用肉眼看遠近，而是把框轉成中心點後計算。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26D80-4AE6-4446-A0D6-B7680F43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952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6D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34738-A128-4AEC-8132-5DE385C1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57500"/>
            <a:ext cx="609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FA8"/>
          </a:solidFill>
          <a:ln xmlns:a="http://schemas.openxmlformats.org/drawingml/2006/main" w="28575">
            <a:solidFill>
              <a:srgbClr val="F2A5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09641-5F08-484B-BCF7-D93A1A2E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261DD-7B0B-4F65-8879-4BB1F23E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33387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person p1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CFAFF-FACA-4BF4-B3DC-5B74ED2E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3429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6DB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A3595-5FF0-412C-96F4-7052B252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6230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3"/>
          </a:solidFill>
          <a:ln xmlns:a="http://schemas.openxmlformats.org/drawingml/2006/main" w="28575">
            <a:solidFill>
              <a:srgbClr val="2F6F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F4FA0-9A2E-4234-BD2B-2974A692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552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3DDB7-B10C-4E46-9167-4C777FDF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338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vehicle c1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B1717-654B-41D4-8BBC-D10F1205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575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距離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35C8F-3960-404C-97EF-5CEF0463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670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2E"/>
          </a:solidFill>
          <a:ln xmlns:a="http://schemas.openxmlformats.org/drawingml/2006/main" w="9525">
            <a:solidFill>
              <a:srgbClr val="1421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6B342-6964-49D9-A911-25CE13CD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114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EBFF"/>
                </a:solidFill>
                <a:latin typeface="Consolas"/>
                <a:ea typeface="Consolas"/>
                <a:cs typeface="Consolas"/>
              </a:rPr>
              <a:t>center = (x + w/2, y + h/2)</a:t>
            </a:r>
          </a:p>
          <a:p xmlns:a="http://schemas.openxmlformats.org/drawingml/2006/main">
            <a:pPr algn="l">
              <a:defRPr sz="1200" b="0">
                <a:solidFill>
                  <a:srgbClr val="DCEB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CEBFF"/>
                </a:solidFill>
                <a:latin typeface="Consolas"/>
                <a:ea typeface="Consolas"/>
                <a:cs typeface="Consolas"/>
              </a:rPr>
              <a:t>distance = sqrt(dx*dx + dy*dy)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D87CC-9CC7-40E2-97FD-2ED6B8FD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386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6"/>
          </a:solidFill>
          <a:ln xmlns:a="http://schemas.openxmlformats.org/drawingml/2006/main" w="9525">
            <a:solidFill>
              <a:srgbClr val="B7E2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001F4-082B-4E3C-833C-72A39EF3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91000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例如行人框 (290,180,50,120) 的中心點是 (315,240)。車輛也同樣計算中心點。</a:t>
            </a:r>
          </a:p>
        </p:txBody>
      </p:sp>
    </p:spTree>
    <p:extLst>
      <p:ext uri="{BB962C8B-B14F-4D97-AF65-F5344CB8AC3E}">
        <p14:creationId xmlns:p14="http://schemas.microsoft.com/office/powerpoint/2010/main" val="7027277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0B0A30-8DB4-4655-AF8C-68E29FC9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2AF8850-A281-4ED5-94E3-954FF103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BB4CDB2-7E62-4BC6-BB55-7BD01522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程式設計期末報告</a:t>
            </a:r>
          </a:p>
        </p:txBody>
      </p:sp>
      <p:sp>
        <p:nvSpPr>
          <p:cNvPr id="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59E23FCE-4CF5-4B65-8357-4E533C8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25B02-FE29-4E60-9CA1-63E909EF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AI 車輛與行人辨識警示系統 C++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E5E0A-FDD6-4659-BAB2-39684E27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F6F7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7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E96E0-0985-4567-B292-89A679D9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38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速度與接近方向：比較同一台車前後 frame 的位置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12B96-6E26-4F08-8869-30E88023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如果車到人的距離變小，就代表它正在接近行人。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330EA-9888-40C4-BCFC-8D4965B5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6D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EB5C7-110D-4B9E-A840-9B689995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上一個 frame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51979-2724-4E12-A223-6CD0F325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28A03-4579-4C48-9504-27E2F473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576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C818E-97A0-4971-B04D-68C1FBC7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814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3"/>
          </a:solidFill>
          <a:ln xmlns:a="http://schemas.openxmlformats.org/drawingml/2006/main" w="19050">
            <a:solidFill>
              <a:srgbClr val="2F6F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F4D66-BCA1-424B-AA3F-0AAB24A4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9F7CF-E924-45BA-8221-8DBE8AB5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6D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7CACD-41B1-4038-9124-AC7B6635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目前 frame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8C96E-DEBD-4895-95A4-3189E083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5A2B8-7FE1-4349-939B-C09EE7CA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576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A3CDB-2776-46AF-A1B3-C7B4AD4C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3"/>
          </a:solidFill>
          <a:ln xmlns:a="http://schemas.openxmlformats.org/drawingml/2006/main" w="19050">
            <a:solidFill>
              <a:srgbClr val="2F6FB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D065D-F3D4-4E18-8D92-1D2C3F12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68068-66DB-42CC-85CF-B8F9F497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車輛位移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FB202-8B81-41E7-8696-A715FD6D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2E"/>
          </a:solidFill>
          <a:ln xmlns:a="http://schemas.openxmlformats.org/drawingml/2006/main" w="9525">
            <a:solidFill>
              <a:srgbClr val="1421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0D35E-3000-4B7F-A12D-E78D3CD9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2686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DCEBFF"/>
                </a:solidFill>
                <a:latin typeface="Consolas"/>
                <a:ea typeface="Consolas"/>
                <a:cs typeface="Consolas"/>
              </a:defRPr>
            </a:pPr>
            <a:r>
              <a:rPr sz="1110" b="0">
                <a:solidFill>
                  <a:srgbClr val="DCEBFF"/>
                </a:solidFill>
                <a:latin typeface="Consolas"/>
                <a:ea typeface="Consolas"/>
                <a:cs typeface="Consolas"/>
              </a:rPr>
              <a:t>movedPixels = distance(prevCar, nowCar)</a:t>
            </a:r>
          </a:p>
          <a:p xmlns:a="http://schemas.openxmlformats.org/drawingml/2006/main">
            <a:pPr algn="l">
              <a:defRPr sz="1110" b="0">
                <a:solidFill>
                  <a:srgbClr val="DCEBFF"/>
                </a:solidFill>
                <a:latin typeface="Consolas"/>
                <a:ea typeface="Consolas"/>
                <a:cs typeface="Consolas"/>
              </a:defRPr>
            </a:pPr>
            <a:r>
              <a:rPr sz="1110" b="0">
                <a:solidFill>
                  <a:srgbClr val="DCEBFF"/>
                </a:solidFill>
                <a:latin typeface="Consolas"/>
                <a:ea typeface="Consolas"/>
                <a:cs typeface="Consolas"/>
              </a:rPr>
              <a:t>speed = movedPixels * fps</a:t>
            </a:r>
          </a:p>
          <a:p xmlns:a="http://schemas.openxmlformats.org/drawingml/2006/main">
            <a:pPr algn="l">
              <a:defRPr sz="1110" b="0">
                <a:solidFill>
                  <a:srgbClr val="DCEBFF"/>
                </a:solidFill>
                <a:latin typeface="Consolas"/>
                <a:ea typeface="Consolas"/>
                <a:cs typeface="Consolas"/>
              </a:defRPr>
            </a:pPr>
            <a:r>
              <a:rPr sz="1110" b="0">
                <a:solidFill>
                  <a:srgbClr val="DCEBFF"/>
                </a:solidFill>
                <a:latin typeface="Consolas"/>
                <a:ea typeface="Consolas"/>
                <a:cs typeface="Consolas"/>
              </a:rPr>
              <a:t>approaching = currentDistance + 3 &lt; previousDistance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B830A5-20B5-4D05-A471-BA50595C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911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3D18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901A0-28CE-4C21-8D50-C460A1CD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15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15A00"/>
                </a:solidFill>
                <a:latin typeface="Microsoft JhengHei"/>
                <a:ea typeface="Microsoft JhengHei"/>
                <a:cs typeface="Microsoft JhengHei"/>
              </a:rPr>
              <a:t>報告時講法：方向不是看車頭，而是看車和行人的距離有沒有變小。</a:t>
            </a:r>
          </a:p>
        </p:txBody>
      </p:sp>
    </p:spTree>
    <p:extLst>
      <p:ext uri="{BB962C8B-B14F-4D97-AF65-F5344CB8AC3E}">
        <p14:creationId xmlns:p14="http://schemas.microsoft.com/office/powerpoint/2010/main" val="10933347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06A43A-81D7-4F4B-846D-7728EF2E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BB58369-C699-4D2C-AD7F-3240EA58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BCA5D32-2D18-46EC-8CEB-E870DD59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程式設計期末報告</a:t>
            </a:r>
          </a:p>
        </p:txBody>
      </p:sp>
      <p:sp>
        <p:nvSpPr>
          <p:cNvPr id="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4995FE10-258A-40D4-9786-B98296BC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2FB01-C056-4085-B43F-6C91D90E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AI 車輛與行人辨識警示系統 C++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E80FE-9259-4430-8103-07D5F6F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F6F7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7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ECCA4-24BC-4EB1-A95D-6191298E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38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危險區域：把行人框放大，提前判斷車是否進入警戒範圍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2840F-DC8F-403A-BEF8-55A25992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不需要等到車真的碰到人，只要進入行人附近就提高風險。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D182C-8012-4140-9AB5-4FABD33D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5715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6D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40366-34C0-4A91-BED9-06FFB1A5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1809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>
              <a:alpha val="53333"/>
            </a:srgbClr>
          </a:solidFill>
          <a:ln xmlns:a="http://schemas.openxmlformats.org/drawingml/2006/main" w="28575">
            <a:solidFill>
              <a:srgbClr val="F2A5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1EE45-047F-4827-99B7-6E7D186C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5905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FA8"/>
          </a:solidFill>
          <a:ln xmlns:a="http://schemas.openxmlformats.org/drawingml/2006/main" w="28575">
            <a:solidFill>
              <a:srgbClr val="F2A5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220A5-C906-4B8B-8D63-EF461CD9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4A458-758D-48FE-B6ED-7287D96F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5285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3"/>
          </a:solidFill>
          <a:ln xmlns:a="http://schemas.openxmlformats.org/drawingml/2006/main" w="28575">
            <a:solidFill>
              <a:srgbClr val="2F6F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0E0EF-5576-4591-862E-EAF98244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15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15A00"/>
                </a:solidFill>
                <a:latin typeface="Microsoft JhengHei"/>
                <a:ea typeface="Microsoft JhengHei"/>
                <a:cs typeface="Microsoft JhengHei"/>
              </a:rPr>
              <a:t>放大的行人危險區域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3986B-060F-4C66-89CC-D93F85F4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6D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10319-9D7A-456C-A559-345C9B6A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行人框寬度 × 3.0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B5E8B-AE65-4DC3-B409-52BEA1F3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3855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6"/>
          </a:solidFill>
          <a:ln xmlns:a="http://schemas.openxmlformats.org/drawingml/2006/main" w="9525">
            <a:solidFill>
              <a:srgbClr val="B7E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F7424-FA26-4EC1-9C40-92C0E5F9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814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行人框高度 × 1.6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7734D-3A6F-4E28-8D82-9AE7644A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57725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AEA"/>
          </a:solidFill>
          <a:ln xmlns:a="http://schemas.openxmlformats.org/drawingml/2006/main" w="9525">
            <a:solidFill>
              <a:srgbClr val="F2BBB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4DC98E-F9D0-494E-B907-4FEA294D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006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645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D64545"/>
                </a:solidFill>
                <a:latin typeface="Microsoft JhengHei"/>
                <a:ea typeface="Microsoft JhengHei"/>
                <a:cs typeface="Microsoft JhengHei"/>
              </a:rPr>
              <a:t>車輛框重疊 → 加分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3D66C8-D14F-4DBA-B670-0F740320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909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948167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E8DA6E-2AD6-4236-B56E-209DC4D5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675D853-72A6-44D8-8BE8-ABA409B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05DD94D-19A7-40C0-9A93-4C27838B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程式設計期末報告</a:t>
            </a:r>
          </a:p>
        </p:txBody>
      </p:sp>
      <p:sp>
        <p:nvSpPr>
          <p:cNvPr id="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E0CBD8D7-583D-4609-B9C4-2617D3A3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64C24-82D6-4388-8FD1-2A8912F2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AI 車輛與行人辨識警示系統 C++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AD39B-64E3-4D9E-B3D2-8FBAED08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F6F7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7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BBC19-92A8-4EC8-AD32-E11064D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38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風險分數：把距離、速度、方向、危險區域加總成 0 到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1909B-5CC4-49CC-BC58-A4235C96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分數不是固定指定，而是由條件逐步加上去。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1AEB7-14F8-4302-B634-EF96CABB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CE146-2C46-4923-8B45-89C3C727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距離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3CAFF-C779-43C8-8D64-8137AE89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050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人車越近，分數越高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7B8BF-EEE3-4FE8-B8AA-9295DB82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A9CBB-252B-493D-AD57-3E163758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危險區域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FA3B2-F344-451F-A14E-ED97B7BA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90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車進入行人附近，加 25 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11270-995E-4FB9-B940-86B71534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solidFill>
              <a:srgbClr val="1B8A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F8D01-2948-418C-AEC2-26FEC2A8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接近方向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EAB4C-085F-40F2-B86A-0886A744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766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距離比上一 frame 更小，加 20 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DDC46-C30E-4E63-BC09-46425B94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ECECC-851A-41CA-BE7B-E16946CC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速度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43A8D-853A-4AF2-BF7A-2447219A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624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移動越快，反應時間越短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CDE1D-96DA-4690-86B1-8904DA1C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ED282F-69B6-448F-9056-7A7266DA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信心度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6FCD26-2406-4932-8ED8-2F42ABB5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48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偵測越可信，增加少量分數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053EE9-7297-4D79-B307-16F7A93F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895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D7B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C4F3F4-F5EC-4E04-B151-DDEF34BD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480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6B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6B3A"/>
                </a:solidFill>
                <a:latin typeface="Aptos"/>
                <a:ea typeface="Aptos"/>
                <a:cs typeface="Aptos"/>
              </a:rPr>
              <a:t>SAFE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2C849A-EB91-4880-8359-564208B2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85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6B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6B3A"/>
                </a:solidFill>
                <a:latin typeface="Aptos"/>
                <a:ea typeface="Aptos"/>
                <a:cs typeface="Aptos"/>
              </a:rPr>
              <a:t>0-34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0F4B05-5E9F-4BF8-B429-59B660CB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62250"/>
            <a:ext cx="895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D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311E5F-CCF1-45F1-B55A-10B62052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480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62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6200"/>
                </a:solidFill>
                <a:latin typeface="Aptos"/>
                <a:ea typeface="Aptos"/>
                <a:cs typeface="Aptos"/>
              </a:rPr>
              <a:t>WATCH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03AFB5-4B0F-4437-884A-E9E5F44C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385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62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6200"/>
                </a:solidFill>
                <a:latin typeface="Aptos"/>
                <a:ea typeface="Aptos"/>
                <a:cs typeface="Aptos"/>
              </a:rPr>
              <a:t>35-64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6F03D5-9CC1-4F83-BF40-9BF44330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62250"/>
            <a:ext cx="895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0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A5C1D-8B7E-4B22-B366-A53D95E0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433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43333"/>
                </a:solidFill>
                <a:latin typeface="Aptos"/>
                <a:ea typeface="Aptos"/>
                <a:cs typeface="Aptos"/>
              </a:rPr>
              <a:t>DANGER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0B8539-51E4-4962-9A59-D05FB049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385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433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43333"/>
                </a:solidFill>
                <a:latin typeface="Aptos"/>
                <a:ea typeface="Aptos"/>
                <a:cs typeface="Aptos"/>
              </a:rPr>
              <a:t>65-89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CB9FF0-D4D6-435D-8C23-EC7B7268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62250"/>
            <a:ext cx="895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A6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B98C63-42FE-4EF7-AD04-57FE484D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29E611-8DDF-4036-8FC6-8EBE1807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385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90-100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12707D-0F9D-4E50-9E96-3DE4B334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9650"/>
            <a:ext cx="4457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6DB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CF21B1-873E-48F4-9707-2D3372FA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33950"/>
            <a:ext cx="407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24D"/>
                </a:solidFill>
                <a:latin typeface="Microsoft JhengHei"/>
                <a:ea typeface="Microsoft JhengHei"/>
                <a:cs typeface="Microsoft JhengHei"/>
              </a:rPr>
              <a:t>分數最高只到 100，再轉成四種警示等級。</a:t>
            </a:r>
          </a:p>
        </p:txBody>
      </p:sp>
    </p:spTree>
    <p:extLst>
      <p:ext uri="{BB962C8B-B14F-4D97-AF65-F5344CB8AC3E}">
        <p14:creationId xmlns:p14="http://schemas.microsoft.com/office/powerpoint/2010/main" val="14686715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405D4A-6FA3-4E9C-A7C2-7FFE2F2D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AF5BEA4-AE18-42B5-9AA2-0D5991A2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796E2FC-1589-4BF2-BC48-912A40E3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B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B3"/>
                </a:solidFill>
                <a:latin typeface="Aptos"/>
                <a:ea typeface="Aptos"/>
                <a:cs typeface="Aptos"/>
              </a:rPr>
              <a:t>程式設計期末報告</a:t>
            </a:r>
          </a:p>
        </p:txBody>
      </p:sp>
      <p:sp>
        <p:nvSpPr>
          <p:cNvPr id="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D73638CC-4CE2-4D96-AF29-A0CBC743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0">
            <a:solidFill>
              <a:srgbClr val="2F6FB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750AE-BACB-4211-AFC0-21E26717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AI 車輛與行人辨識警示系統 C++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F0FEB-5AB8-484F-AFBE-A615CF6E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5F6F7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F7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1F9A2-CD05-45BF-A464-A091D616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38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結論：我們完成了可說明、可展示的 C++ 交通安全警示核心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B71CE-BDEF-4867-8391-A868B017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簡報講完後，再進入現場程式演示，讓程式結果由現場執行呈現。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5FD52-6130-43F3-A060-57903F5E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667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C92C4-007B-4D75-8FC7-D61536F7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3"/>
          </a:solidFill>
          <a:ln xmlns:a="http://schemas.openxmlformats.org/drawingml/2006/main" w="9525">
            <a:solidFill>
              <a:srgbClr val="2F6F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8A1F0-C389-4625-BA0D-86D295E2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4B0A2-7A1C-4A5E-8EBB-35AD3625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資料讀取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3F316-BDEE-472D-90B5-2746ACF5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623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CSV / demo 轉成 Detection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24343-9A64-4CA1-844D-1157307A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2667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0442B-3D0E-4009-9FE4-9D87E5A5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9525">
            <a:solidFill>
              <a:srgbClr val="1B8A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23B73-42DB-455E-B534-C705B0B9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57475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0845E-A718-4177-98AE-EADADF5C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風險計算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F08A1-D6A4-4116-A6B0-39DD4995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623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距離、速度、接近方向、危險區域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49F5B-FA42-4A97-88D2-7C8B1C09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2667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8A24B-22D9-469E-A2C6-7088F49B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3B04E-FB2C-4C6E-99FB-BEB10826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57475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A6142-614F-4822-83CF-59803C36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警示等級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F0873-C208-40A9-915B-A0030EA2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623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SAFE / WATCH / DANGER / CRITICAL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CDDD05-E3D6-49BC-B320-DDBA3E77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925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3D18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B895D-8565-4717-9DBF-FCCC9C57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72025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15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15A00"/>
                </a:solidFill>
                <a:latin typeface="Microsoft JhengHei"/>
                <a:ea typeface="Microsoft JhengHei"/>
                <a:cs typeface="Microsoft JhengHei"/>
              </a:rPr>
              <a:t>接下來現場演示：讓程式實際讀取範例資料，觀察危險等級如何改變。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1EE540-0766-4E0B-A509-94FA0686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293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6F7F"/>
                </a:solidFill>
                <a:latin typeface="Microsoft JhengHei"/>
                <a:ea typeface="Microsoft JhengHei"/>
                <a:cs typeface="Microsoft JhengHei"/>
              </a:rPr>
              <a:t>未來延伸：把 OpenCV 或攝影機辨識到的位置，接回同一套 C++ 風險判斷流程。</a:t>
            </a:r>
          </a:p>
        </p:txBody>
      </p:sp>
    </p:spTree>
    <p:extLst>
      <p:ext uri="{BB962C8B-B14F-4D97-AF65-F5344CB8AC3E}">
        <p14:creationId xmlns:p14="http://schemas.microsoft.com/office/powerpoint/2010/main" val="1121423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2026-06-07T22:02:04.5590000Z</dcterms:created>
  <dcterms:modified xsi:type="dcterms:W3CDTF">2026-06-07T22:02:04.5590000Z</dcterms:modified>
</coreProperties>
</file>